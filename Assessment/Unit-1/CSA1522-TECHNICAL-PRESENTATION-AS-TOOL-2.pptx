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6" r:id="rId5"/>
    <p:sldId id="260" r:id="rId6"/>
    <p:sldId id="263" r:id="rId7"/>
    <p:sldId id="264" r:id="rId8"/>
    <p:sldId id="265" r:id="rId9"/>
    <p:sldId id="267" r:id="rId10"/>
    <p:sldId id="262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104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eerthana L" userId="0274d41ca2e0cf37" providerId="LiveId" clId="{56D4CF4E-6A0C-45A1-A5B5-240BDC41A64C}"/>
    <pc:docChg chg="custSel addSld modSld">
      <pc:chgData name="Keerthana L" userId="0274d41ca2e0cf37" providerId="LiveId" clId="{56D4CF4E-6A0C-45A1-A5B5-240BDC41A64C}" dt="2026-07-25T05:34:52.762" v="5" actId="14100"/>
      <pc:docMkLst>
        <pc:docMk/>
      </pc:docMkLst>
      <pc:sldChg chg="addSp delSp modSp new mod">
        <pc:chgData name="Keerthana L" userId="0274d41ca2e0cf37" providerId="LiveId" clId="{56D4CF4E-6A0C-45A1-A5B5-240BDC41A64C}" dt="2026-07-25T05:34:52.762" v="5" actId="14100"/>
        <pc:sldMkLst>
          <pc:docMk/>
          <pc:sldMk cId="3414250271" sldId="267"/>
        </pc:sldMkLst>
        <pc:spChg chg="del">
          <ac:chgData name="Keerthana L" userId="0274d41ca2e0cf37" providerId="LiveId" clId="{56D4CF4E-6A0C-45A1-A5B5-240BDC41A64C}" dt="2026-07-25T05:34:36.159" v="2" actId="478"/>
          <ac:spMkLst>
            <pc:docMk/>
            <pc:sldMk cId="3414250271" sldId="267"/>
            <ac:spMk id="2" creationId="{D400AF7E-8A91-050E-957D-3181E6F12D21}"/>
          </ac:spMkLst>
        </pc:spChg>
        <pc:spChg chg="del">
          <ac:chgData name="Keerthana L" userId="0274d41ca2e0cf37" providerId="LiveId" clId="{56D4CF4E-6A0C-45A1-A5B5-240BDC41A64C}" dt="2026-07-25T05:34:25.048" v="1" actId="931"/>
          <ac:spMkLst>
            <pc:docMk/>
            <pc:sldMk cId="3414250271" sldId="267"/>
            <ac:spMk id="3" creationId="{B500F117-EC2C-7E63-0CD1-68124293EE74}"/>
          </ac:spMkLst>
        </pc:spChg>
        <pc:picChg chg="add mod ord">
          <ac:chgData name="Keerthana L" userId="0274d41ca2e0cf37" providerId="LiveId" clId="{56D4CF4E-6A0C-45A1-A5B5-240BDC41A64C}" dt="2026-07-25T05:34:52.762" v="5" actId="14100"/>
          <ac:picMkLst>
            <pc:docMk/>
            <pc:sldMk cId="3414250271" sldId="267"/>
            <ac:picMk id="5" creationId="{EF6E8A49-E6CE-EB74-C543-B714BB1280EA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86DD52-3E33-A600-D035-33F6DE60A7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2DC2A1-B80B-B52A-8975-0CC0268769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48D417-C4E8-E5E0-9D47-092743F68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7FC914-7DEE-4840-B4A3-44C905F51274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9BD0BA-71C9-61B3-6883-DFCB20EEC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0F8F72-0E35-7522-77F9-79D1AA73F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405D7-CC53-44CF-99DE-8BF5FD5CCB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20690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2DAF3-02C6-E88A-7442-FF425DFC5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8C2EEE-68EA-C3B8-1B66-4B814298BD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EBDDB5-9FAF-5713-E105-F063A36DC2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7FC914-7DEE-4840-B4A3-44C905F51274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A5DE91-BAD4-A17E-B31C-8A76861CC4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C79723-082B-0A24-CC49-A406B4A25D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405D7-CC53-44CF-99DE-8BF5FD5CCB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89813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B24FC-608C-B86A-873F-F0D2924C3B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EE670A-8991-2803-D76A-E5CFC53DCD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006592-7427-87CE-F83C-6A24B94D82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7FC914-7DEE-4840-B4A3-44C905F51274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54B7EF-E762-6CA7-2084-DF81417F5C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0413E7-DE86-9419-F263-93C8C9F4A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405D7-CC53-44CF-99DE-8BF5FD5CCB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55486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82CC6-32E3-B49D-145A-7853CA0927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740A7C-7733-BA4A-9A7F-ED267BFFE5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A2A1C4-563F-F010-A7D2-0BA3EDF125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549156-A299-5C4C-8DE7-20240D7B81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7FC914-7DEE-4840-B4A3-44C905F51274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F2D263-39DE-8632-4795-FA20B3AF0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6D1855-D3D4-9E61-DCA5-DB0BC604E7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405D7-CC53-44CF-99DE-8BF5FD5CCB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13785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C9D5BF-F03E-9876-EDE1-C4B5DF33E1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B0A006-F959-72D2-8258-1FC74BDB4C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51D324-1B70-B133-5AB0-24A0020D84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12DD9D5-B29B-BFEB-DF26-5DB2DB31A0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AD91911-6AD1-449B-6075-FCC86AF63E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EC3227B-1C26-2EE1-117E-C2F88B44B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7FC914-7DEE-4840-B4A3-44C905F51274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C578BAA-6C2E-DC19-6C58-B96817D4B8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4767016-AFEF-0A4C-A17F-5154A0914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405D7-CC53-44CF-99DE-8BF5FD5CCB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65563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D49D9-DF49-192D-B215-286B96FB70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C5326B-F73C-9721-85EC-5E40AEAE5E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7FC914-7DEE-4840-B4A3-44C905F51274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90F412-89CD-928F-5AAB-37E757F29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9E964E-00EF-9169-EB73-52F1D852DC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405D7-CC53-44CF-99DE-8BF5FD5CCB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72211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EB31FDB-DBFD-BC97-B145-29581D470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7FC914-7DEE-4840-B4A3-44C905F51274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67B51D4-2B50-7A68-BD1F-DDF8122792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F72BB7-4D0A-3C7D-EB92-F618A96DE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405D7-CC53-44CF-99DE-8BF5FD5CCB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71961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54F8C-0841-80A1-ED9A-E56C7664B8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27C52B-7CBC-5549-CA1C-1DEC3EF8E2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858626-A954-EF12-E119-E3A9858EA1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0429F6-185D-B021-7411-7DFA027ABB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7FC914-7DEE-4840-B4A3-44C905F51274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7EF352-32CE-0D8E-4143-22CDFB2C9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23EB37-970A-1704-E80D-DBB7A1BBC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405D7-CC53-44CF-99DE-8BF5FD5CCB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89795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2A33B8-2857-8EEC-3387-76A0CF30D2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E29AD2-8BD2-7947-F60A-BB7C1193D1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F535F2-63CB-6264-8632-7790FD2F02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7BE5CE-09F9-A386-0804-CC77E6A254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7FC914-7DEE-4840-B4A3-44C905F51274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A61FA2-A43A-7E56-3D95-F54770BF84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ABA425-2477-C3FE-DBC4-CABB47E4B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405D7-CC53-44CF-99DE-8BF5FD5CCB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16564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F2BBCD-421C-5A1F-7B62-212CD8772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7468A7-78B2-2A0B-A04A-FCF4D28F7D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44EB5B-2E30-5805-F99E-AD694E449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7FC914-7DEE-4840-B4A3-44C905F51274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1CD1FF-CDC8-9569-E69C-2676998676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8E2B0F-9EB8-3877-A1EA-020BF3D2E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405D7-CC53-44CF-99DE-8BF5FD5CCB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21813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0EC8982-AD73-80E8-C5DD-9082CA0F59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B3C697-F503-D20F-C719-1224EB26B5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2F0D05-D376-307A-9037-C72D280CC3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7FC914-7DEE-4840-B4A3-44C905F51274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2D8003-D9FA-A1BA-4C57-B492A99D95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A65CE9-6964-624B-A67D-A966742DD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405D7-CC53-44CF-99DE-8BF5FD5CCB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80220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FEEB6FA-27E2-2644-1273-EDCA15AB58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CBC519-34C5-4631-A051-7A0550B111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A894C5-1915-F156-366D-1FACC2C47E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37FC914-7DEE-4840-B4A3-44C905F51274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C62E70-FDB5-48CF-93B1-C6AE017FA2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113AC9-3E6F-07E9-1A62-C9689DB633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A405D7-CC53-44CF-99DE-8BF5FD5CCB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23419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0B79BCA-26B8-8318-DFC4-7FCD8E855C60}"/>
              </a:ext>
            </a:extLst>
          </p:cNvPr>
          <p:cNvSpPr txBox="1">
            <a:spLocks/>
          </p:cNvSpPr>
          <p:nvPr/>
        </p:nvSpPr>
        <p:spPr>
          <a:xfrm>
            <a:off x="313459" y="2178996"/>
            <a:ext cx="11878541" cy="165576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4400" b="1" dirty="0">
                <a:latin typeface="Algerian" panose="04020705040A02060702" pitchFamily="82" charset="0"/>
              </a:rPr>
              <a:t>Cloud Computing Characteristics and Benefits for Startup Ecosystems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4FDBD90E-94EF-FD1B-9202-899C6486BF82}"/>
              </a:ext>
            </a:extLst>
          </p:cNvPr>
          <p:cNvSpPr txBox="1">
            <a:spLocks/>
          </p:cNvSpPr>
          <p:nvPr/>
        </p:nvSpPr>
        <p:spPr>
          <a:xfrm>
            <a:off x="7941252" y="4915802"/>
            <a:ext cx="4094018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Century" panose="02040604050505020304" pitchFamily="18" charset="0"/>
              </a:rPr>
              <a:t>BY:</a:t>
            </a:r>
          </a:p>
          <a:p>
            <a:r>
              <a:rPr lang="en-US" sz="2000" b="1" dirty="0">
                <a:solidFill>
                  <a:schemeClr val="accent1">
                    <a:lumMod val="50000"/>
                  </a:schemeClr>
                </a:solidFill>
                <a:latin typeface="Century" panose="02040604050505020304" pitchFamily="18" charset="0"/>
              </a:rPr>
              <a:t>L.KEERTHANA –[192521062]</a:t>
            </a:r>
          </a:p>
          <a:p>
            <a:r>
              <a:rPr lang="en-US" sz="2000" b="1" dirty="0">
                <a:solidFill>
                  <a:schemeClr val="accent1">
                    <a:lumMod val="50000"/>
                  </a:schemeClr>
                </a:solidFill>
                <a:latin typeface="Century" panose="02040604050505020304" pitchFamily="18" charset="0"/>
              </a:rPr>
              <a:t>V.NANTHINI SRI-[192521344]</a:t>
            </a:r>
          </a:p>
          <a:p>
            <a:r>
              <a:rPr lang="en-US" sz="2000" b="1" dirty="0">
                <a:solidFill>
                  <a:schemeClr val="accent1">
                    <a:lumMod val="50000"/>
                  </a:schemeClr>
                </a:solidFill>
                <a:latin typeface="Century" panose="02040604050505020304" pitchFamily="18" charset="0"/>
              </a:rPr>
              <a:t>S.VAISHNAVI-[192521313]</a:t>
            </a:r>
            <a:endParaRPr lang="en-IN" sz="2000" b="1" dirty="0">
              <a:solidFill>
                <a:schemeClr val="accent1">
                  <a:lumMod val="50000"/>
                </a:schemeClr>
              </a:solidFill>
              <a:latin typeface="Century" panose="02040604050505020304" pitchFamily="18" charset="0"/>
            </a:endParaRPr>
          </a:p>
        </p:txBody>
      </p:sp>
      <p:pic>
        <p:nvPicPr>
          <p:cNvPr id="6" name="Picture 5" descr="Saveetha Institute of Medical and Technical Sciences Engineering Fests,  Symposiums in Chennai from July 2026 Technical, Cultural, Management,  Sports, Conferences, Seminars">
            <a:extLst>
              <a:ext uri="{FF2B5EF4-FFF2-40B4-BE49-F238E27FC236}">
                <a16:creationId xmlns:a16="http://schemas.microsoft.com/office/drawing/2014/main" id="{DA2FF9EE-8C87-E980-FB25-D651C4CD07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459" y="286436"/>
            <a:ext cx="11565082" cy="118098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350B689-0DF7-D353-C93E-4796B41FC156}"/>
              </a:ext>
            </a:extLst>
          </p:cNvPr>
          <p:cNvSpPr txBox="1"/>
          <p:nvPr/>
        </p:nvSpPr>
        <p:spPr>
          <a:xfrm>
            <a:off x="878029" y="4933211"/>
            <a:ext cx="409401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  <a:latin typeface="Century" panose="02040604050505020304" pitchFamily="18" charset="0"/>
              </a:rPr>
              <a:t>GUIDED BY:</a:t>
            </a:r>
          </a:p>
          <a:p>
            <a:pPr algn="ctr"/>
            <a:r>
              <a:rPr lang="en-US" sz="2400" b="1" dirty="0">
                <a:solidFill>
                  <a:schemeClr val="accent1">
                    <a:lumMod val="50000"/>
                  </a:schemeClr>
                </a:solidFill>
                <a:latin typeface="Century" panose="02040604050505020304" pitchFamily="18" charset="0"/>
              </a:rPr>
              <a:t>DR.P.RAJARAM</a:t>
            </a:r>
            <a:endParaRPr lang="en-IN" sz="2400" b="1" dirty="0">
              <a:solidFill>
                <a:schemeClr val="accent1">
                  <a:lumMod val="50000"/>
                </a:schemeClr>
              </a:solidFill>
              <a:latin typeface="Century" panose="020406040505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63E76B3-FEDA-7B6B-4C03-99ECEBB21C0C}"/>
              </a:ext>
            </a:extLst>
          </p:cNvPr>
          <p:cNvSpPr txBox="1"/>
          <p:nvPr/>
        </p:nvSpPr>
        <p:spPr>
          <a:xfrm>
            <a:off x="1373331" y="4113670"/>
            <a:ext cx="94453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0000"/>
                </a:solidFill>
              </a:rPr>
              <a:t>CSA1522-CLOUD COMPUTING AND BIG DATA ANALYTICS</a:t>
            </a:r>
            <a:endParaRPr lang="en-IN" sz="2800" b="1" dirty="0">
              <a:solidFill>
                <a:srgbClr val="FF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3D78C35-5D61-E91E-3142-005B515F6DBA}"/>
              </a:ext>
            </a:extLst>
          </p:cNvPr>
          <p:cNvSpPr txBox="1"/>
          <p:nvPr/>
        </p:nvSpPr>
        <p:spPr>
          <a:xfrm>
            <a:off x="2133268" y="1834490"/>
            <a:ext cx="82389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  <a:latin typeface="Century" panose="02040604050505020304" pitchFamily="18" charset="0"/>
              </a:rPr>
              <a:t>CO1-AT-2-TECHNICAL PRESENTATION</a:t>
            </a:r>
            <a:endParaRPr lang="en-IN" sz="3200" b="1" dirty="0">
              <a:solidFill>
                <a:srgbClr val="0070C0"/>
              </a:solidFill>
              <a:latin typeface="Century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8903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BE7CE9-A830-51A8-4301-E73CCA6987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127" y="375516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b="1" dirty="0">
              <a:solidFill>
                <a:schemeClr val="tx2">
                  <a:lumMod val="90000"/>
                  <a:lumOff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FFCDC4-F792-A3C0-CB52-576B7A2B35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7416"/>
            <a:ext cx="10515600" cy="435133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computing delivers computing resources over the internet. 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provides services such as storage, servers, and software on demand. 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Startups can use cloud services without purchasing expensive hardware. 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helps businesses launch products quickly and efficiently. </a:t>
            </a:r>
          </a:p>
          <a:p>
            <a:pPr>
              <a:lnSpc>
                <a:spcPct val="15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30662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451B3C-AC11-6945-32B2-8626360BD0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8764" y="365125"/>
            <a:ext cx="10855036" cy="1325563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CHARACTERISTICS OF CLOUD COMPUTING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3B20A9-E178-C935-B719-EE09922477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282" y="1576242"/>
            <a:ext cx="11100953" cy="5053157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IN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CHARACTERISTICS</a:t>
            </a:r>
          </a:p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On-Demand Self-Service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Resources are available whenever needed. </a:t>
            </a:r>
          </a:p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Broad Network Access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Services can be accessed from anywhere using the internet. </a:t>
            </a:r>
          </a:p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Resource Pooling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Multiple users share computing resources securely. </a:t>
            </a:r>
          </a:p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Rapid Elasticity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Resources can increase or decrease based on demand. </a:t>
            </a:r>
          </a:p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Measured Service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Users pay only for the resources they use. </a:t>
            </a:r>
          </a:p>
          <a:p>
            <a:pPr marL="0" indent="0">
              <a:lnSpc>
                <a:spcPct val="150000"/>
              </a:lnSpc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03191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5FE6009-A224-BC32-C5D5-AC5027EEB3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76937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7134AD-3DA6-09D0-7EFF-DAD36DD8BF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9947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BENEFITS FOR STARTUP ECOSYSTEMS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E982C2-0890-2555-0229-1DFBCFAC38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501" y="1475510"/>
            <a:ext cx="9705108" cy="538249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>
                <a:solidFill>
                  <a:schemeClr val="accent1">
                    <a:lumMod val="75000"/>
                  </a:schemeClr>
                </a:solidFill>
              </a:rPr>
              <a:t>BENEFITS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initial investment costs. 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faster product development and deployment. 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Easily scales as the business grows. 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remote collaboration among teams. 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data backup and disaster recovery. 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Encourages innovation with access to modern technologies.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691722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BAF4B-E03B-7D02-E7C5-C35D18605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8210"/>
            <a:ext cx="10515600" cy="1325563"/>
          </a:xfrm>
        </p:spPr>
        <p:txBody>
          <a:bodyPr/>
          <a:lstStyle/>
          <a:p>
            <a:pPr algn="ctr"/>
            <a:r>
              <a:rPr lang="en-IN" b="1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AND CHALLENGES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DE6F74-3559-F240-F8DC-D019EFADE5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0524"/>
            <a:ext cx="9583882" cy="494910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and mobile application hosting.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storage and backup.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development and testing.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and Machine Learning services.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analytics. </a:t>
            </a:r>
          </a:p>
          <a:p>
            <a:r>
              <a:rPr lang="en-IN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security and privacy concerns.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Internet dependency.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Vendor lock-in.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Compliance with regulations.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960382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1144AE-3A01-86FF-B7E6-640C34F4D5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955" y="385907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  <a:endParaRPr lang="en-IN" b="1" dirty="0">
              <a:solidFill>
                <a:schemeClr val="tx2">
                  <a:lumMod val="90000"/>
                  <a:lumOff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5935DE-9BC0-FD9E-7D52-CE5EE4CCBC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computing will help startups grow with lower infrastructure costs. 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and IoT integration will create smarter cloud-based applications. 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services will become more secure and efficient. 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businesses will adopt cloud technology for innovation and growth.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433633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1A301C-05BD-5D23-6334-AFC2090BD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5527" y="261216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CONCLUSION</a:t>
            </a:r>
            <a:endParaRPr lang="en-IN" b="1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7433A0-3E1F-D012-C05D-41EED70A0B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computing provides flexible and cost-effective IT resources.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Its characteristics make it ideal for startups with limited budgets.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supports business growth through scalability and accessibility.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Cloud technology enables startups to innovate and compete effectively in the digital economy.</a:t>
            </a:r>
          </a:p>
        </p:txBody>
      </p:sp>
    </p:spTree>
    <p:extLst>
      <p:ext uri="{BB962C8B-B14F-4D97-AF65-F5344CB8AC3E}">
        <p14:creationId xmlns:p14="http://schemas.microsoft.com/office/powerpoint/2010/main" val="5633341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F6E8A49-E6CE-EB74-C543-B714BB1280E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4045" y="342900"/>
            <a:ext cx="7897091" cy="5834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42502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178E02-D26F-29E2-344B-E678113C7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3810" y="2256271"/>
            <a:ext cx="5624945" cy="1325563"/>
          </a:xfrm>
        </p:spPr>
        <p:txBody>
          <a:bodyPr>
            <a:noAutofit/>
          </a:bodyPr>
          <a:lstStyle/>
          <a:p>
            <a:r>
              <a:rPr lang="en-US" sz="9600" dirty="0">
                <a:solidFill>
                  <a:schemeClr val="tx2">
                    <a:lumMod val="75000"/>
                    <a:lumOff val="25000"/>
                  </a:schemeClr>
                </a:solidFill>
                <a:latin typeface="Forte" panose="03060902040502070203" pitchFamily="66" charset="0"/>
              </a:rPr>
              <a:t>Thank you</a:t>
            </a:r>
            <a:endParaRPr lang="en-IN" sz="9600" dirty="0">
              <a:solidFill>
                <a:schemeClr val="tx2">
                  <a:lumMod val="75000"/>
                  <a:lumOff val="25000"/>
                </a:schemeClr>
              </a:solidFill>
              <a:latin typeface="Forte" panose="03060902040502070203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55011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334</Words>
  <Application>Microsoft Office PowerPoint</Application>
  <PresentationFormat>Widescreen</PresentationFormat>
  <Paragraphs>52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Algerian</vt:lpstr>
      <vt:lpstr>Aptos</vt:lpstr>
      <vt:lpstr>Aptos Display</vt:lpstr>
      <vt:lpstr>Arial</vt:lpstr>
      <vt:lpstr>Century</vt:lpstr>
      <vt:lpstr>Forte</vt:lpstr>
      <vt:lpstr>Times New Roman</vt:lpstr>
      <vt:lpstr>Office Theme</vt:lpstr>
      <vt:lpstr>PowerPoint Presentation</vt:lpstr>
      <vt:lpstr>INTRODUCTION</vt:lpstr>
      <vt:lpstr>CHARACTERISTICS OF CLOUD COMPUTING</vt:lpstr>
      <vt:lpstr>PowerPoint Presentation</vt:lpstr>
      <vt:lpstr>BENEFITS FOR STARTUP ECOSYSTEMS</vt:lpstr>
      <vt:lpstr>APPLICATIONS AND CHALLENGES</vt:lpstr>
      <vt:lpstr>FUTURE SCOPE</vt:lpstr>
      <vt:lpstr>CONCLUSION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Keerthana L</dc:creator>
  <cp:lastModifiedBy>Keerthana L</cp:lastModifiedBy>
  <cp:revision>3</cp:revision>
  <dcterms:created xsi:type="dcterms:W3CDTF">2026-07-20T05:56:06Z</dcterms:created>
  <dcterms:modified xsi:type="dcterms:W3CDTF">2026-07-25T05:34:53Z</dcterms:modified>
</cp:coreProperties>
</file>